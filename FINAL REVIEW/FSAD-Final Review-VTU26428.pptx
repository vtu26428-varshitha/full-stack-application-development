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2" r:id="rId14"/>
    <p:sldId id="268" r:id="rId15"/>
    <p:sldId id="271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589" autoAdjust="0"/>
  </p:normalViewPr>
  <p:slideViewPr>
    <p:cSldViewPr>
      <p:cViewPr>
        <p:scale>
          <a:sx n="38" d="100"/>
          <a:sy n="38" d="100"/>
        </p:scale>
        <p:origin x="24" y="4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28103" y="1599220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513932" y="3302578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922574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28103" y="6019895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JOB RECRUITMENT AND MANAGEMENT SYSTEM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52401" y="7800539"/>
            <a:ext cx="11313672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THOKALA VARSHITHA CHOWDARY – VTU26428 – 23UECS0568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762088" y="7818586"/>
            <a:ext cx="609755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Dr.HEMAMALINI</a:t>
            </a:r>
            <a:endParaRPr lang="en-US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Professor(Senior Grade)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8-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 Work and Economic Growth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86000" y="2628900"/>
            <a:ext cx="150061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is a web-based application that connects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login, and search for jobs easily.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 and manage applications.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in job searching.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for job opportunities.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and freshers find suitable jobs.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efficiency.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and MySQL.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50">
            <a:extLst>
              <a:ext uri="{FF2B5EF4-FFF2-40B4-BE49-F238E27FC236}">
                <a16:creationId xmlns:a16="http://schemas.microsoft.com/office/drawing/2014/main" id="{D9047F7D-3197-ED64-41B7-A880BD00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703987"/>
            <a:ext cx="147828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 process is slow and inefficient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a centralized platform for job listings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job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lead to errors and delays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real-time job updates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opportunities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in managing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and user-friendly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3191917"/>
            <a:ext cx="15011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Job Portal system for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system for job posting, searching, and application management.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getting accepting or declined the job seeker will get an email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meassage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that email the job seeker will get to know whether he/she is accepted/rejected for the job.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81201" y="2781300"/>
            <a:ext cx="10515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online job search functionality.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 and login securely.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and manage jobs.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can apply for jobs easily.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a centralized database.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errors.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speed and efficiency.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easy navigation. 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E7E2E-042A-13F4-F720-D3A16295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888" y="2223680"/>
            <a:ext cx="8764223" cy="5839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139A1B-EE1F-B4BA-43B8-DE6CA9C4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625" y="2171285"/>
            <a:ext cx="8954750" cy="5944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074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JavaScript, and Bootstrap for building a responsive and interactive user interface.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with Spring Boot framework to handle server-side logic, REST APIs, and business operations.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Console for storing application data such as user details and records securely.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Eclipse for development, Postman for API testing, and Maven/Gradle for project build management.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 RAM, Dual-core Processor, and 20GB available disk space.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10/11 or Linux OS, Java JDK 8+, Spring Boot, and any modern web browser.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95509" y="1638301"/>
            <a:ext cx="14996616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secure login authentication.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profiles and account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password encryption and security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role-based access (admin/user).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Quiz/Test Management: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creation and management of quizzes and question banks.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participation and submission of tests.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different question types (MCQ, descriptive).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timing and auto-submission of tests.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data, questions, and test results securely.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and updates data while maintaining integrity.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backup and recovery of important data.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Result &amp; Analytics: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scores and displays test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performance analysis and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progress over multiple tests.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graphical insights for better understanding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3F243-9FE0-9F3F-2253-3E5C9605C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160" y="1638300"/>
            <a:ext cx="8831896" cy="556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A3D6C9-511A-22A5-C2F6-34415D64E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8164" y="1982349"/>
            <a:ext cx="5649461" cy="74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7DA1D-88E8-F1AB-2A4E-E3D1400F8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529" y="3140934"/>
            <a:ext cx="9475243" cy="559279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510F338-933B-055B-9409-D1F1B5B1C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69" y="2475171"/>
            <a:ext cx="5172090" cy="583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1DBE1E2-7D40-3F02-F298-54CFFF5B3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207" y="2180020"/>
            <a:ext cx="12975213" cy="726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5D6ACAA-4466-683D-F9BE-71D072A5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479" y="1714500"/>
            <a:ext cx="14582040" cy="72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7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402236" y="16320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US" sz="2800" b="1" dirty="0"/>
          </a:p>
          <a:p>
            <a:pPr marL="457200" indent="-457200">
              <a:buFontTx/>
              <a:buChar char="-"/>
            </a:pP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E9254F-E5B0-E6C4-B0F0-F5A0951FE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08" y="1909268"/>
            <a:ext cx="13958948" cy="667888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CBCF883-156D-00E9-E4B6-224DBB6537D1}"/>
              </a:ext>
            </a:extLst>
          </p:cNvPr>
          <p:cNvSpPr txBox="1"/>
          <p:nvPr/>
        </p:nvSpPr>
        <p:spPr>
          <a:xfrm>
            <a:off x="1417939" y="933962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8367907-36E0-EB43-BD18-272CBB5F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34" y="1485899"/>
            <a:ext cx="13412466" cy="792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15BE3-7334-5EC1-EF98-754168EDFC71}"/>
              </a:ext>
            </a:extLst>
          </p:cNvPr>
          <p:cNvSpPr txBox="1"/>
          <p:nvPr/>
        </p:nvSpPr>
        <p:spPr>
          <a:xfrm>
            <a:off x="2450786" y="2129579"/>
            <a:ext cx="1404578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easy and quick access to quizzes/tests from anywhere.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work and saves time in evaluation.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secure data storage and user authentication.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Gives instant results and performance analysis.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system that can handle multiple users simultaneously.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user experience with a responsive interface.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a stable internet connection to function properly.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Initial setup and development can be time-consuming.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risks if not properly implemented (data breaches).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offline functionality.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may decrease with very high user load if not optimized.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regular maintenance and updates.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895</Words>
  <Application>Microsoft Office PowerPoint</Application>
  <PresentationFormat>Custom</PresentationFormat>
  <Paragraphs>304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Times New Roman</vt:lpstr>
      <vt:lpstr>Bookman Old Style</vt:lpstr>
      <vt:lpstr>Calibri</vt:lpstr>
      <vt:lpstr>Wingdings</vt:lpstr>
      <vt:lpstr>Arial</vt:lpstr>
      <vt:lpstr>Cambria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OORRJITHA</dc:creator>
  <cp:lastModifiedBy>Varshitha Chowdary Thokala</cp:lastModifiedBy>
  <cp:revision>15</cp:revision>
  <dcterms:created xsi:type="dcterms:W3CDTF">2006-08-16T00:00:00Z</dcterms:created>
  <dcterms:modified xsi:type="dcterms:W3CDTF">2026-05-05T13:46:36Z</dcterms:modified>
  <dc:identifier>DAHCaYqJ9OU</dc:identifier>
</cp:coreProperties>
</file>