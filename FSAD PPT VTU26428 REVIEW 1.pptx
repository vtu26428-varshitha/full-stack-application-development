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Gotham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75F4F-FD95-4F59-AFBF-4699D74B747C}" v="19" dt="2026-03-22T15:34:48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49" autoAdjust="0"/>
    <p:restoredTop sz="94622" autoAdjust="0"/>
  </p:normalViewPr>
  <p:slideViewPr>
    <p:cSldViewPr showGuides="1">
      <p:cViewPr>
        <p:scale>
          <a:sx n="44" d="100"/>
          <a:sy n="44" d="100"/>
        </p:scale>
        <p:origin x="-29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02-2026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555" y="7800340"/>
            <a:ext cx="10694670" cy="1270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THOKALA VARSHITHA CHOWDARY – VTU26428 – 23UECS0568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632" y="6693925"/>
            <a:ext cx="14743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SDG9-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20E1E-8727-0BEE-0DEE-C82C09E047C8}"/>
              </a:ext>
            </a:extLst>
          </p:cNvPr>
          <p:cNvSpPr txBox="1"/>
          <p:nvPr/>
        </p:nvSpPr>
        <p:spPr>
          <a:xfrm>
            <a:off x="12192000" y="811530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F4C3D-D3CE-F603-A1AC-13C89E5CDBEE}"/>
              </a:ext>
            </a:extLst>
          </p:cNvPr>
          <p:cNvSpPr txBox="1"/>
          <p:nvPr/>
        </p:nvSpPr>
        <p:spPr>
          <a:xfrm>
            <a:off x="12192000" y="8580916"/>
            <a:ext cx="5093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HEMAMALINI</a:t>
            </a:r>
          </a:p>
          <a:p>
            <a:r>
              <a:rPr lang="en-IN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Assistant Professor(Senior Grade)</a:t>
            </a: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14255" y="2448434"/>
            <a:ext cx="15082520" cy="1079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is an essential part of any business to track products, stock levels, and            transactions efficiently.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systems are time-consuming, error-prone, and difficult to maintain as business grows.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store and organize data in tables such as products, suppliers, orders, and stock details.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real-time tracking of stock levels, reducing the risk of overstocking or stock shortages.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accuracy by automating calculations and reducing human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Relational Inventory Control &amp; Stock Tracking System to manage inventory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relational database to store data in structured tables, making it easy to access and manage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scalable, meaning it can handle increasing data as the business grows.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in various domains such as retail stores, warehouses, and e-commerce platforms.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3107690"/>
            <a:ext cx="15082520" cy="95643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businesses still use manual methods to manage inventory, which are slow and difficult to maintain.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record-keeping often leads to errors such as incorrect stock levels and missing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system to track real-time stock availability and movement.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face problems like overstocking or running out of stock due to poor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not organized properly, making it hard to search and update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automation increases workload and reduces overall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reliable and efficient system to manage inventory accurately.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 amounts of inventory data becomes complex without a proper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accessibility, as manual records cannot be accessed anytime or from anywhere.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/>
          <p:cNvSpPr txBox="1"/>
          <p:nvPr/>
        </p:nvSpPr>
        <p:spPr>
          <a:xfrm>
            <a:off x="2514600" y="3338830"/>
            <a:ext cx="15082520" cy="45478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system that helps businesses manage inventory efficiently, reducing time and effort compared to manual methods.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organize and store all inventory-related data using a relational database, so that information is structured and easy to access.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errors in stock management by automating routine operations such as adding, updating, and deleting inventory records.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reports and analytics that assist in business decision-making and understanding stock trends.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152400" y="342900"/>
            <a:ext cx="17907000" cy="1096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780" y="2545080"/>
            <a:ext cx="15082520" cy="6240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manages inventory and stock digitally, replacing slow and error-prone manual methods.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 new stock, update existing records, delete obsolete items, and view inventory details, making stock management efficient and simple.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levels are updated in real-time whenever items are added, sold, or removed, helping businesses prevent shortages or overstocking.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product, supplier, and transaction details are stored in a relational database, ensuring data is structured, secure, and easy to retrieve when needed.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a login module to allow only authorized users to access it.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1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/>
          <p:cNvSpPr txBox="1"/>
          <p:nvPr/>
        </p:nvSpPr>
        <p:spPr>
          <a:xfrm>
            <a:off x="152400" y="481965"/>
            <a:ext cx="17907000" cy="781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27695" y="1870056"/>
            <a:ext cx="124430790" cy="2094301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AutoShape 2" descr="Inventory management system architecture">
            <a:extLst>
              <a:ext uri="{FF2B5EF4-FFF2-40B4-BE49-F238E27FC236}">
                <a16:creationId xmlns:a16="http://schemas.microsoft.com/office/drawing/2014/main" id="{CC3D19DB-F7E4-D12B-FE31-04AA4E9C77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A6B5E-1723-8092-6E05-5FA6D6E5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4717"/>
            <a:ext cx="18288000" cy="307756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D499BB8-13DE-BBD4-B632-C86E1A8C5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79898"/>
            <a:ext cx="18288000" cy="307756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8D59E8E-B417-8A48-E2FC-42B8A632B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025415"/>
            <a:ext cx="13411200" cy="7544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62200" y="1638300"/>
            <a:ext cx="15082520" cy="72161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81EA77-4C27-4A90-894F-E14EBA92E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700" y="1882588"/>
            <a:ext cx="11658600" cy="68720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76975" y="1982349"/>
            <a:ext cx="15082325" cy="1188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i3 or above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4GB RAM (Minimum)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10/11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 (Chrome/Edge)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Server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B4FAE1-F5ED-EE2F-339F-7DD292A59957}"/>
              </a:ext>
            </a:extLst>
          </p:cNvPr>
          <p:cNvSpPr txBox="1"/>
          <p:nvPr/>
        </p:nvSpPr>
        <p:spPr>
          <a:xfrm>
            <a:off x="22555200" y="12153900"/>
            <a:ext cx="103445914" cy="98943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         </a:t>
            </a: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876300"/>
            <a:ext cx="15082520" cy="12056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IN" sz="2800" b="1" dirty="0"/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Management Model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 Management Model is responsible for handling all product-related information in the system. It allows users to add new products by entering details such as product name and quantity.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deletion of products.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Control Model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also helps in identifying low stock situations, which allows users to take necessary actions such as restocking.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monitor current inventory status.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Database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connects the application to the MySQL database.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data insertion, retrieval, updating, and deletion operations.</a:t>
            </a: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 Model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ensures that the system is easy to use, accessible, and provides a smooth user experience.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data in tabular format.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76780" y="1866900"/>
            <a:ext cx="15082520" cy="7773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new users to create an account by entering required details such as name, email, and password with proper validation.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entered information is securely stored in the database, enabling users to log in and access the system features.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EA13E39-B97C-CE2F-3F6F-0E2921FB1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615" y="3634469"/>
            <a:ext cx="6400800" cy="57911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33600" y="1638300"/>
            <a:ext cx="15082520" cy="80505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registered users to enter their email and password to securely access their account within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verifies the credentials with the database and grants access to the dashboard upon successful authentication.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8C40F4-2E78-1B1A-7317-B604F5E8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637" y="4054931"/>
            <a:ext cx="4858428" cy="359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F2D2FD-DAD7-9EEB-3CEB-9F085B082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442" y="4141054"/>
            <a:ext cx="10069330" cy="45250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37258" y="1780218"/>
            <a:ext cx="15082520" cy="7620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 new products with name and quantity into the system.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proper stock entry and maintains accurate inventory records.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47DCC-EFAF-5D93-55AC-1DAF37C12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183" y="2738102"/>
            <a:ext cx="7340870" cy="55155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2A346D-7E00-F916-3108-9CD6F6F53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876" y="4991100"/>
            <a:ext cx="8803790" cy="51171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70944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520" cy="7736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the list of all products along with their quantities in a structured table format.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manage stock by removing items using the delete option to keep inventory updated.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651FA1-4998-0E3C-769B-FE8EEECBEA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0" y="3026556"/>
            <a:ext cx="8932970" cy="59856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CDA352-C847-D7C8-D2A1-D6AE97BF4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04" y="2627000"/>
            <a:ext cx="4038600" cy="36983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C10BD2-DDA6-3654-195C-962606731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1071" y="6610108"/>
            <a:ext cx="6463288" cy="3486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491490"/>
            <a:ext cx="1790700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553335" y="2057400"/>
            <a:ext cx="14352905" cy="7857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real-time updates of inventory, helping to avoid situations like overstocking or running out of products.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scalability, meaning the system can handle increasing inventory and data as the business grows.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prevent overstocking or running out of products.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access with login for authorized users only.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requires a computer and internet connection to operate.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amounts of data may slow down the system if not optimized properly.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depends on proper authentication; weak passwords can be a risk.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 panose="02000000000000000000"/>
                <a:cs typeface="Times New Roman" panose="02020603050405020304" pitchFamily="18" charset="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1127</Words>
  <Application>Microsoft Office PowerPoint</Application>
  <PresentationFormat>Custom</PresentationFormat>
  <Paragraphs>254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Times New Roman</vt:lpstr>
      <vt:lpstr>Calibri</vt:lpstr>
      <vt:lpstr>Cambria</vt:lpstr>
      <vt:lpstr>Arial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Varshitha Chowdary Thokala</dc:creator>
  <cp:lastModifiedBy>Varshitha Chowdary Thokala</cp:lastModifiedBy>
  <cp:revision>15</cp:revision>
  <dcterms:created xsi:type="dcterms:W3CDTF">2006-08-16T00:00:00Z</dcterms:created>
  <dcterms:modified xsi:type="dcterms:W3CDTF">2026-05-05T18:19:22Z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B15F58C7F91C4DEC9D42F93BC48608F8_13</vt:lpwstr>
  </property>
  <property fmtid="{D5CDD505-2E9C-101B-9397-08002B2CF9AE}" pid="3" name="KSOProductBuildVer">
    <vt:lpwstr>1033-12.2.0.23196</vt:lpwstr>
  </property>
</Properties>
</file>